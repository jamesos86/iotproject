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BA6B3-4E8D-4AD7-8DC1-EF72E6236B6D}" v="2" dt="2026-03-04T10:27:00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de Coughlan - STUDENT" userId="67b4cebe-4c4b-4141-b658-217748900514" providerId="ADAL" clId="{6EC11399-780E-438B-B0AB-D78FEA42FEAA}"/>
    <pc:docChg chg="undo custSel modSld modMainMaster">
      <pc:chgData name="Dede Coughlan - STUDENT" userId="67b4cebe-4c4b-4141-b658-217748900514" providerId="ADAL" clId="{6EC11399-780E-438B-B0AB-D78FEA42FEAA}" dt="2026-03-04T10:27:00.651" v="13"/>
      <pc:docMkLst>
        <pc:docMk/>
      </pc:docMkLst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56"/>
        </pc:sldMkLst>
        <pc:spChg chg="mod">
          <ac:chgData name="Dede Coughlan - STUDENT" userId="67b4cebe-4c4b-4141-b658-217748900514" providerId="ADAL" clId="{6EC11399-780E-438B-B0AB-D78FEA42FEAA}" dt="2026-03-04T10:25:32.32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5:32.32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5:32.323" v="0" actId="26606"/>
          <ac:spMkLst>
            <pc:docMk/>
            <pc:sldMk cId="0" sldId="256"/>
            <ac:spMk id="8" creationId="{907EF6B7-1338-4443-8C46-6A318D952DFD}"/>
          </ac:spMkLst>
        </pc:spChg>
        <pc:spChg chg="add">
          <ac:chgData name="Dede Coughlan - STUDENT" userId="67b4cebe-4c4b-4141-b658-217748900514" providerId="ADAL" clId="{6EC11399-780E-438B-B0AB-D78FEA42FEAA}" dt="2026-03-04T10:25:32.323" v="0" actId="26606"/>
          <ac:spMkLst>
            <pc:docMk/>
            <pc:sldMk cId="0" sldId="256"/>
            <ac:spMk id="10" creationId="{DAAE4CDD-124C-4DCF-9584-B6033B545DD5}"/>
          </ac:spMkLst>
        </pc:spChg>
        <pc:spChg chg="add">
          <ac:chgData name="Dede Coughlan - STUDENT" userId="67b4cebe-4c4b-4141-b658-217748900514" providerId="ADAL" clId="{6EC11399-780E-438B-B0AB-D78FEA42FEAA}" dt="2026-03-04T10:25:32.323" v="0" actId="26606"/>
          <ac:spMkLst>
            <pc:docMk/>
            <pc:sldMk cId="0" sldId="256"/>
            <ac:spMk id="12" creationId="{081E4A58-353D-44AE-B2FC-2A74E2E400F7}"/>
          </ac:spMkLst>
        </pc:sp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57"/>
        </pc:sldMkLst>
        <pc:spChg chg="mod">
          <ac:chgData name="Dede Coughlan - STUDENT" userId="67b4cebe-4c4b-4141-b658-217748900514" providerId="ADAL" clId="{6EC11399-780E-438B-B0AB-D78FEA42FEAA}" dt="2026-03-04T10:25:39.455" v="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5:39.455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5:39.455" v="1" actId="26606"/>
          <ac:spMkLst>
            <pc:docMk/>
            <pc:sldMk cId="0" sldId="257"/>
            <ac:spMk id="8" creationId="{1BB867FF-FC45-48F7-8104-F89BE54909F1}"/>
          </ac:spMkLst>
        </pc:spChg>
        <pc:spChg chg="add">
          <ac:chgData name="Dede Coughlan - STUDENT" userId="67b4cebe-4c4b-4141-b658-217748900514" providerId="ADAL" clId="{6EC11399-780E-438B-B0AB-D78FEA42FEAA}" dt="2026-03-04T10:25:39.455" v="1" actId="26606"/>
          <ac:spMkLst>
            <pc:docMk/>
            <pc:sldMk cId="0" sldId="257"/>
            <ac:spMk id="10" creationId="{8BB56887-D0D5-4F0C-9E19-7247EB83C8B7}"/>
          </ac:spMkLst>
        </pc:spChg>
        <pc:spChg chg="add">
          <ac:chgData name="Dede Coughlan - STUDENT" userId="67b4cebe-4c4b-4141-b658-217748900514" providerId="ADAL" clId="{6EC11399-780E-438B-B0AB-D78FEA42FEAA}" dt="2026-03-04T10:25:39.455" v="1" actId="26606"/>
          <ac:spMkLst>
            <pc:docMk/>
            <pc:sldMk cId="0" sldId="257"/>
            <ac:spMk id="12" creationId="{081E4A58-353D-44AE-B2FC-2A74E2E400F7}"/>
          </ac:spMkLst>
        </pc:sp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58"/>
        </pc:sldMkLst>
        <pc:spChg chg="mo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8" creationId="{F837543A-6020-4505-A233-C9DB4BF74011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10" creationId="{35B16301-FB18-48BA-A6DD-C37CAF6F9A18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12" creationId="{C3C0D90E-074A-4F52-9B11-B52BEF4BCBE5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14" creationId="{CABBD4C1-E6F8-46F6-8152-A8A97490BF4D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16" creationId="{83BA5EF5-1FE9-4BF9-83BB-269BCDDF6156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20" creationId="{88853921-7BC9-4BDE-ACAB-133C683C82D6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22" creationId="{09192968-3AE7-4470-A61C-97294BB92731}"/>
          </ac:spMkLst>
        </pc:spChg>
        <pc:spChg chg="add">
          <ac:chgData name="Dede Coughlan - STUDENT" userId="67b4cebe-4c4b-4141-b658-217748900514" providerId="ADAL" clId="{6EC11399-780E-438B-B0AB-D78FEA42FEAA}" dt="2026-03-04T10:25:43.761" v="2" actId="26606"/>
          <ac:spMkLst>
            <pc:docMk/>
            <pc:sldMk cId="0" sldId="258"/>
            <ac:spMk id="24" creationId="{3AB72E55-43E4-4356-BFE8-E2102CB0B505}"/>
          </ac:spMkLst>
        </pc:sp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59"/>
        </pc:sldMkLst>
        <pc:spChg chg="mod">
          <ac:chgData name="Dede Coughlan - STUDENT" userId="67b4cebe-4c4b-4141-b658-217748900514" providerId="ADAL" clId="{6EC11399-780E-438B-B0AB-D78FEA42FEAA}" dt="2026-03-04T10:25:52.137" v="3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5:52.137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5:52.137" v="3" actId="26606"/>
          <ac:spMkLst>
            <pc:docMk/>
            <pc:sldMk cId="0" sldId="259"/>
            <ac:spMk id="9" creationId="{9F7D5CDA-D291-4307-BF55-1381FED29634}"/>
          </ac:spMkLst>
        </pc:spChg>
        <pc:picChg chg="add">
          <ac:chgData name="Dede Coughlan - STUDENT" userId="67b4cebe-4c4b-4141-b658-217748900514" providerId="ADAL" clId="{6EC11399-780E-438B-B0AB-D78FEA42FEAA}" dt="2026-03-04T10:25:52.137" v="3" actId="26606"/>
          <ac:picMkLst>
            <pc:docMk/>
            <pc:sldMk cId="0" sldId="259"/>
            <ac:picMk id="5" creationId="{24E09BAF-7B2C-DE8E-DEB6-6DC47E8F39A4}"/>
          </ac:picMkLst>
        </pc:pic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0"/>
        </pc:sldMkLst>
        <pc:spChg chg="mod">
          <ac:chgData name="Dede Coughlan - STUDENT" userId="67b4cebe-4c4b-4141-b658-217748900514" providerId="ADAL" clId="{6EC11399-780E-438B-B0AB-D78FEA42FEAA}" dt="2026-03-04T10:25:56.717" v="4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5:56.717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5:56.717" v="4" actId="26606"/>
          <ac:spMkLst>
            <pc:docMk/>
            <pc:sldMk cId="0" sldId="260"/>
            <ac:spMk id="9" creationId="{9F7D5CDA-D291-4307-BF55-1381FED29634}"/>
          </ac:spMkLst>
        </pc:spChg>
        <pc:picChg chg="add">
          <ac:chgData name="Dede Coughlan - STUDENT" userId="67b4cebe-4c4b-4141-b658-217748900514" providerId="ADAL" clId="{6EC11399-780E-438B-B0AB-D78FEA42FEAA}" dt="2026-03-04T10:25:56.717" v="4" actId="26606"/>
          <ac:picMkLst>
            <pc:docMk/>
            <pc:sldMk cId="0" sldId="260"/>
            <ac:picMk id="5" creationId="{B6F603DB-747E-1C6D-1A9E-449DDE94002C}"/>
          </ac:picMkLst>
        </pc:pic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1"/>
        </pc:sldMkLst>
        <pc:spChg chg="mod">
          <ac:chgData name="Dede Coughlan - STUDENT" userId="67b4cebe-4c4b-4141-b658-217748900514" providerId="ADAL" clId="{6EC11399-780E-438B-B0AB-D78FEA42FEAA}" dt="2026-03-04T10:26:01.675" v="5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6:01.675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6:01.675" v="5" actId="26606"/>
          <ac:spMkLst>
            <pc:docMk/>
            <pc:sldMk cId="0" sldId="261"/>
            <ac:spMk id="9" creationId="{C0763A76-9F1C-4FC5-82B7-DD475DA461B2}"/>
          </ac:spMkLst>
        </pc:spChg>
        <pc:spChg chg="add">
          <ac:chgData name="Dede Coughlan - STUDENT" userId="67b4cebe-4c4b-4141-b658-217748900514" providerId="ADAL" clId="{6EC11399-780E-438B-B0AB-D78FEA42FEAA}" dt="2026-03-04T10:26:01.675" v="5" actId="26606"/>
          <ac:spMkLst>
            <pc:docMk/>
            <pc:sldMk cId="0" sldId="261"/>
            <ac:spMk id="11" creationId="{E81BF4F6-F2CF-4984-9D14-D6966D92F99F}"/>
          </ac:spMkLst>
        </pc:spChg>
        <pc:picChg chg="add">
          <ac:chgData name="Dede Coughlan - STUDENT" userId="67b4cebe-4c4b-4141-b658-217748900514" providerId="ADAL" clId="{6EC11399-780E-438B-B0AB-D78FEA42FEAA}" dt="2026-03-04T10:26:01.675" v="5" actId="26606"/>
          <ac:picMkLst>
            <pc:docMk/>
            <pc:sldMk cId="0" sldId="261"/>
            <ac:picMk id="5" creationId="{401B0B50-74B1-D98E-E710-1B0C9352FFFF}"/>
          </ac:picMkLst>
        </pc:pic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2"/>
        </pc:sldMkLst>
        <pc:spChg chg="mod">
          <ac:chgData name="Dede Coughlan - STUDENT" userId="67b4cebe-4c4b-4141-b658-217748900514" providerId="ADAL" clId="{6EC11399-780E-438B-B0AB-D78FEA42FEAA}" dt="2026-03-04T10:26:08.953" v="6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6:08.953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6:08.953" v="6" actId="26606"/>
          <ac:spMkLst>
            <pc:docMk/>
            <pc:sldMk cId="0" sldId="262"/>
            <ac:spMk id="9" creationId="{C0763A76-9F1C-4FC5-82B7-DD475DA461B2}"/>
          </ac:spMkLst>
        </pc:spChg>
        <pc:spChg chg="add">
          <ac:chgData name="Dede Coughlan - STUDENT" userId="67b4cebe-4c4b-4141-b658-217748900514" providerId="ADAL" clId="{6EC11399-780E-438B-B0AB-D78FEA42FEAA}" dt="2026-03-04T10:26:08.953" v="6" actId="26606"/>
          <ac:spMkLst>
            <pc:docMk/>
            <pc:sldMk cId="0" sldId="262"/>
            <ac:spMk id="11" creationId="{E81BF4F6-F2CF-4984-9D14-D6966D92F99F}"/>
          </ac:spMkLst>
        </pc:spChg>
        <pc:picChg chg="add">
          <ac:chgData name="Dede Coughlan - STUDENT" userId="67b4cebe-4c4b-4141-b658-217748900514" providerId="ADAL" clId="{6EC11399-780E-438B-B0AB-D78FEA42FEAA}" dt="2026-03-04T10:26:08.953" v="6" actId="26606"/>
          <ac:picMkLst>
            <pc:docMk/>
            <pc:sldMk cId="0" sldId="262"/>
            <ac:picMk id="5" creationId="{2D09FF4B-8A28-0309-0D3E-43810BCAB30F}"/>
          </ac:picMkLst>
        </pc:picChg>
      </pc:sldChg>
      <pc:sldChg chg="addSp del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3"/>
        </pc:sldMkLst>
        <pc:spChg chg="mod">
          <ac:chgData name="Dede Coughlan - STUDENT" userId="67b4cebe-4c4b-4141-b658-217748900514" providerId="ADAL" clId="{6EC11399-780E-438B-B0AB-D78FEA42FEAA}" dt="2026-03-04T10:26:20.924" v="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6:20.924" v="9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6:20.924" v="9" actId="26606"/>
          <ac:spMkLst>
            <pc:docMk/>
            <pc:sldMk cId="0" sldId="263"/>
            <ac:spMk id="8" creationId="{DABCE0FB-ADDD-4B37-A958-519663E8E16E}"/>
          </ac:spMkLst>
        </pc:spChg>
        <pc:spChg chg="add del">
          <ac:chgData name="Dede Coughlan - STUDENT" userId="67b4cebe-4c4b-4141-b658-217748900514" providerId="ADAL" clId="{6EC11399-780E-438B-B0AB-D78FEA42FEAA}" dt="2026-03-04T10:26:20.924" v="8" actId="26606"/>
          <ac:spMkLst>
            <pc:docMk/>
            <pc:sldMk cId="0" sldId="263"/>
            <ac:spMk id="9" creationId="{C0763A76-9F1C-4FC5-82B7-DD475DA461B2}"/>
          </ac:spMkLst>
        </pc:spChg>
        <pc:spChg chg="add">
          <ac:chgData name="Dede Coughlan - STUDENT" userId="67b4cebe-4c4b-4141-b658-217748900514" providerId="ADAL" clId="{6EC11399-780E-438B-B0AB-D78FEA42FEAA}" dt="2026-03-04T10:26:20.924" v="9" actId="26606"/>
          <ac:spMkLst>
            <pc:docMk/>
            <pc:sldMk cId="0" sldId="263"/>
            <ac:spMk id="10" creationId="{1F8A981E-6C01-464B-9B2A-810AFEC27C6B}"/>
          </ac:spMkLst>
        </pc:spChg>
        <pc:spChg chg="add del">
          <ac:chgData name="Dede Coughlan - STUDENT" userId="67b4cebe-4c4b-4141-b658-217748900514" providerId="ADAL" clId="{6EC11399-780E-438B-B0AB-D78FEA42FEAA}" dt="2026-03-04T10:26:20.924" v="8" actId="26606"/>
          <ac:spMkLst>
            <pc:docMk/>
            <pc:sldMk cId="0" sldId="263"/>
            <ac:spMk id="11" creationId="{E81BF4F6-F2CF-4984-9D14-D6966D92F99F}"/>
          </ac:spMkLst>
        </pc:spChg>
        <pc:grpChg chg="add">
          <ac:chgData name="Dede Coughlan - STUDENT" userId="67b4cebe-4c4b-4141-b658-217748900514" providerId="ADAL" clId="{6EC11399-780E-438B-B0AB-D78FEA42FEAA}" dt="2026-03-04T10:26:20.924" v="9" actId="26606"/>
          <ac:grpSpMkLst>
            <pc:docMk/>
            <pc:sldMk cId="0" sldId="263"/>
            <ac:grpSpMk id="16" creationId="{50C536A3-D654-4FB9-BB50-B236B87BBF34}"/>
          </ac:grpSpMkLst>
        </pc:grpChg>
        <pc:picChg chg="add del">
          <ac:chgData name="Dede Coughlan - STUDENT" userId="67b4cebe-4c4b-4141-b658-217748900514" providerId="ADAL" clId="{6EC11399-780E-438B-B0AB-D78FEA42FEAA}" dt="2026-03-04T10:26:20.924" v="8" actId="26606"/>
          <ac:picMkLst>
            <pc:docMk/>
            <pc:sldMk cId="0" sldId="263"/>
            <ac:picMk id="5" creationId="{5401AE49-222C-4D64-9E6C-6F572D3CF538}"/>
          </ac:picMkLst>
        </pc:picChg>
        <pc:cxnChg chg="add">
          <ac:chgData name="Dede Coughlan - STUDENT" userId="67b4cebe-4c4b-4141-b658-217748900514" providerId="ADAL" clId="{6EC11399-780E-438B-B0AB-D78FEA42FEAA}" dt="2026-03-04T10:26:20.924" v="9" actId="26606"/>
          <ac:cxnSpMkLst>
            <pc:docMk/>
            <pc:sldMk cId="0" sldId="263"/>
            <ac:cxnSpMk id="12" creationId="{18710E47-0781-4953-BBDA-8EF627A73126}"/>
          </ac:cxnSpMkLst>
        </pc:cxnChg>
        <pc:cxnChg chg="add">
          <ac:chgData name="Dede Coughlan - STUDENT" userId="67b4cebe-4c4b-4141-b658-217748900514" providerId="ADAL" clId="{6EC11399-780E-438B-B0AB-D78FEA42FEAA}" dt="2026-03-04T10:26:20.924" v="9" actId="26606"/>
          <ac:cxnSpMkLst>
            <pc:docMk/>
            <pc:sldMk cId="0" sldId="263"/>
            <ac:cxnSpMk id="14" creationId="{125D265C-1D38-4B36-8572-366ED6A60786}"/>
          </ac:cxnSpMkLst>
        </pc:cxn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4"/>
        </pc:sldMkLst>
        <pc:spChg chg="mod">
          <ac:chgData name="Dede Coughlan - STUDENT" userId="67b4cebe-4c4b-4141-b658-217748900514" providerId="ADAL" clId="{6EC11399-780E-438B-B0AB-D78FEA42FEAA}" dt="2026-03-04T10:26:29.431" v="10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6:29.431" v="10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6:29.431" v="10" actId="26606"/>
          <ac:spMkLst>
            <pc:docMk/>
            <pc:sldMk cId="0" sldId="264"/>
            <ac:spMk id="8" creationId="{D038248A-211C-4EEC-8401-C761B929FB52}"/>
          </ac:spMkLst>
        </pc:spChg>
        <pc:spChg chg="add">
          <ac:chgData name="Dede Coughlan - STUDENT" userId="67b4cebe-4c4b-4141-b658-217748900514" providerId="ADAL" clId="{6EC11399-780E-438B-B0AB-D78FEA42FEAA}" dt="2026-03-04T10:26:29.431" v="10" actId="26606"/>
          <ac:spMkLst>
            <pc:docMk/>
            <pc:sldMk cId="0" sldId="264"/>
            <ac:spMk id="10" creationId="{C30A849F-66D9-40C8-BEC8-35AFF8F4568F}"/>
          </ac:spMkLst>
        </pc:spChg>
        <pc:grpChg chg="add">
          <ac:chgData name="Dede Coughlan - STUDENT" userId="67b4cebe-4c4b-4141-b658-217748900514" providerId="ADAL" clId="{6EC11399-780E-438B-B0AB-D78FEA42FEAA}" dt="2026-03-04T10:26:29.431" v="10" actId="26606"/>
          <ac:grpSpMkLst>
            <pc:docMk/>
            <pc:sldMk cId="0" sldId="264"/>
            <ac:grpSpMk id="12" creationId="{04542298-A2B1-480F-A11C-A40EDD19B857}"/>
          </ac:grpSpMkLst>
        </pc:grpChg>
        <pc:grpChg chg="add">
          <ac:chgData name="Dede Coughlan - STUDENT" userId="67b4cebe-4c4b-4141-b658-217748900514" providerId="ADAL" clId="{6EC11399-780E-438B-B0AB-D78FEA42FEAA}" dt="2026-03-04T10:26:29.431" v="10" actId="26606"/>
          <ac:grpSpMkLst>
            <pc:docMk/>
            <pc:sldMk cId="0" sldId="264"/>
            <ac:grpSpMk id="18" creationId="{2A5C9C35-2375-49EB-B99C-17C87D42FE7C}"/>
          </ac:grpSpMkLst>
        </pc:grpChg>
      </pc:sldChg>
      <pc:sldChg chg="addSp modSp mod modTransition setBg">
        <pc:chgData name="Dede Coughlan - STUDENT" userId="67b4cebe-4c4b-4141-b658-217748900514" providerId="ADAL" clId="{6EC11399-780E-438B-B0AB-D78FEA42FEAA}" dt="2026-03-04T10:27:00.651" v="13"/>
        <pc:sldMkLst>
          <pc:docMk/>
          <pc:sldMk cId="0" sldId="265"/>
        </pc:sldMkLst>
        <pc:spChg chg="mod">
          <ac:chgData name="Dede Coughlan - STUDENT" userId="67b4cebe-4c4b-4141-b658-217748900514" providerId="ADAL" clId="{6EC11399-780E-438B-B0AB-D78FEA42FEAA}" dt="2026-03-04T10:26:42.471" v="11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Dede Coughlan - STUDENT" userId="67b4cebe-4c4b-4141-b658-217748900514" providerId="ADAL" clId="{6EC11399-780E-438B-B0AB-D78FEA42FEAA}" dt="2026-03-04T10:26:42.471" v="11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Dede Coughlan - STUDENT" userId="67b4cebe-4c4b-4141-b658-217748900514" providerId="ADAL" clId="{6EC11399-780E-438B-B0AB-D78FEA42FEAA}" dt="2026-03-04T10:26:42.471" v="11" actId="26606"/>
          <ac:spMkLst>
            <pc:docMk/>
            <pc:sldMk cId="0" sldId="265"/>
            <ac:spMk id="9" creationId="{C0763A76-9F1C-4FC5-82B7-DD475DA461B2}"/>
          </ac:spMkLst>
        </pc:spChg>
        <pc:spChg chg="add">
          <ac:chgData name="Dede Coughlan - STUDENT" userId="67b4cebe-4c4b-4141-b658-217748900514" providerId="ADAL" clId="{6EC11399-780E-438B-B0AB-D78FEA42FEAA}" dt="2026-03-04T10:26:42.471" v="11" actId="26606"/>
          <ac:spMkLst>
            <pc:docMk/>
            <pc:sldMk cId="0" sldId="265"/>
            <ac:spMk id="11" creationId="{E81BF4F6-F2CF-4984-9D14-D6966D92F99F}"/>
          </ac:spMkLst>
        </pc:spChg>
        <pc:picChg chg="add">
          <ac:chgData name="Dede Coughlan - STUDENT" userId="67b4cebe-4c4b-4141-b658-217748900514" providerId="ADAL" clId="{6EC11399-780E-438B-B0AB-D78FEA42FEAA}" dt="2026-03-04T10:26:42.471" v="11" actId="26606"/>
          <ac:picMkLst>
            <pc:docMk/>
            <pc:sldMk cId="0" sldId="265"/>
            <ac:picMk id="5" creationId="{59D82B36-E2E8-20BB-D5D0-094EF376AA99}"/>
          </ac:picMkLst>
        </pc:picChg>
      </pc:sldChg>
      <pc:sldMasterChg chg="modTransition modSldLayout">
        <pc:chgData name="Dede Coughlan - STUDENT" userId="67b4cebe-4c4b-4141-b658-217748900514" providerId="ADAL" clId="{6EC11399-780E-438B-B0AB-D78FEA42FEAA}" dt="2026-03-04T10:27:00.651" v="13"/>
        <pc:sldMasterMkLst>
          <pc:docMk/>
          <pc:sldMasterMk cId="2209977519" sldId="2147483648"/>
        </pc:sldMasterMkLst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Dede Coughlan - STUDENT" userId="67b4cebe-4c4b-4141-b658-217748900514" providerId="ADAL" clId="{6EC11399-780E-438B-B0AB-D78FEA42FEAA}" dt="2026-03-04T10:27:00.651" v="13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Smart Room Energy Saver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IoT Project Demonstration</a:t>
            </a:r>
          </a:p>
          <a:p>
            <a:pPr lvl="1"/>
            <a:r>
              <a:t>Dede Coughlan</a:t>
            </a:r>
          </a:p>
          <a:p>
            <a:pPr lvl="1"/>
            <a:r>
              <a:t>James O’Sullivan</a:t>
            </a:r>
          </a:p>
          <a:p>
            <a:pPr lvl="1"/>
            <a:r>
              <a:t>Eanna Gallagher</a:t>
            </a:r>
          </a:p>
          <a:p>
            <a:pPr lvl="1"/>
            <a:r>
              <a:t>Sustainable Development Goal 7 &amp; 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The Problem – Energy Waste in Homes</a:t>
            </a:r>
            <a:endParaRPr lang="en-IE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Lights left on in empty rooms</a:t>
            </a:r>
          </a:p>
          <a:p>
            <a:pPr lvl="1"/>
            <a:r>
              <a:t>Heating running unnecessarily</a:t>
            </a:r>
          </a:p>
          <a:p>
            <a:pPr lvl="1"/>
            <a:r>
              <a:t>Higher energy bills</a:t>
            </a:r>
          </a:p>
          <a:p>
            <a:pPr lvl="1"/>
            <a:r>
              <a:t>Increased carbon emissions</a:t>
            </a:r>
          </a:p>
          <a:p>
            <a:pPr lvl="1"/>
            <a:r>
              <a:t>Aligned with SDG 7 &amp; SDG 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t>Our Solution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r>
              <a:t>Low-cost IoT Smart Room Controller</a:t>
            </a:r>
          </a:p>
          <a:p>
            <a:pPr lvl="1"/>
            <a:r>
              <a:t>Detects occupancy using sound sensor</a:t>
            </a:r>
          </a:p>
          <a:p>
            <a:pPr lvl="1"/>
            <a:r>
              <a:t>Monitors temperature &amp; light levels</a:t>
            </a:r>
          </a:p>
          <a:p>
            <a:pPr lvl="1"/>
            <a:r>
              <a:t>Automatically controls heating and lighting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E" sz="3500"/>
              <a:t>System Hardware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Arduino Uno R4 WiFi</a:t>
            </a:r>
          </a:p>
          <a:p>
            <a:pPr lvl="1"/>
            <a:r>
              <a:rPr lang="en-US" sz="1700"/>
              <a:t>Temperature Sensor (A0)</a:t>
            </a:r>
          </a:p>
          <a:p>
            <a:pPr lvl="1"/>
            <a:r>
              <a:rPr lang="en-US" sz="1700"/>
              <a:t>Light Sensor (A1)</a:t>
            </a:r>
          </a:p>
          <a:p>
            <a:pPr lvl="1"/>
            <a:r>
              <a:rPr lang="en-US" sz="1700"/>
              <a:t>Sound Sensor (A2)</a:t>
            </a:r>
          </a:p>
          <a:p>
            <a:pPr lvl="1"/>
            <a:r>
              <a:rPr lang="en-US" sz="1700"/>
              <a:t>Relay (D5) – Heater</a:t>
            </a:r>
          </a:p>
          <a:p>
            <a:pPr lvl="1"/>
            <a:r>
              <a:rPr lang="en-US" sz="1700"/>
              <a:t>LED (D4) – Lights</a:t>
            </a:r>
          </a:p>
        </p:txBody>
      </p:sp>
      <p:pic>
        <p:nvPicPr>
          <p:cNvPr id="5" name="Picture 4" descr="A white electrical box with wires">
            <a:extLst>
              <a:ext uri="{FF2B5EF4-FFF2-40B4-BE49-F238E27FC236}">
                <a16:creationId xmlns:a16="http://schemas.microsoft.com/office/drawing/2014/main" id="{24E09BAF-7B2C-DE8E-DEB6-6DC47E8F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7" r="3871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E" sz="3500"/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Reads temperature continuously</a:t>
            </a:r>
          </a:p>
          <a:p>
            <a:pPr lvl="1"/>
            <a:r>
              <a:rPr lang="en-US" sz="1700"/>
              <a:t>Heater ON below 18°C</a:t>
            </a:r>
          </a:p>
          <a:p>
            <a:pPr lvl="1"/>
            <a:r>
              <a:rPr lang="en-US" sz="1700"/>
              <a:t>Heater OFF above 21°C</a:t>
            </a:r>
          </a:p>
          <a:p>
            <a:pPr lvl="1"/>
            <a:r>
              <a:rPr lang="en-US" sz="1700"/>
              <a:t>Lights ON if dark + occupied</a:t>
            </a:r>
          </a:p>
          <a:p>
            <a:pPr lvl="1"/>
            <a:r>
              <a:rPr lang="en-US" sz="1700"/>
              <a:t>Auto shut-off after 5 mins inactivity</a:t>
            </a:r>
          </a:p>
        </p:txBody>
      </p:sp>
      <p:pic>
        <p:nvPicPr>
          <p:cNvPr id="5" name="Picture 4" descr="Adjustable measurement tool">
            <a:extLst>
              <a:ext uri="{FF2B5EF4-FFF2-40B4-BE49-F238E27FC236}">
                <a16:creationId xmlns:a16="http://schemas.microsoft.com/office/drawing/2014/main" id="{B6F603DB-747E-1C6D-1A9E-449DDE940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81" r="20542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E" sz="3500"/>
              <a:t>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IE" sz="1700"/>
              <a:t>WiFi-enabled Arduino</a:t>
            </a:r>
          </a:p>
          <a:p>
            <a:pPr lvl="1"/>
            <a:r>
              <a:rPr lang="en-IE" sz="1700"/>
              <a:t>Sends sensor data to cloud database</a:t>
            </a:r>
          </a:p>
          <a:p>
            <a:pPr lvl="1"/>
            <a:r>
              <a:rPr lang="en-IE" sz="1700"/>
              <a:t>Logs timestamps</a:t>
            </a:r>
          </a:p>
          <a:p>
            <a:pPr lvl="1"/>
            <a:r>
              <a:rPr lang="en-IE" sz="1700"/>
              <a:t>Tracks occupancy duration</a:t>
            </a:r>
          </a:p>
          <a:p>
            <a:pPr lvl="1"/>
            <a:r>
              <a:rPr lang="en-IE" sz="1700"/>
              <a:t>Allows energy usage analysis</a:t>
            </a:r>
          </a:p>
        </p:txBody>
      </p:sp>
      <p:pic>
        <p:nvPicPr>
          <p:cNvPr id="5" name="Picture 4" descr="Wi-Fi logo art">
            <a:extLst>
              <a:ext uri="{FF2B5EF4-FFF2-40B4-BE49-F238E27FC236}">
                <a16:creationId xmlns:a16="http://schemas.microsoft.com/office/drawing/2014/main" id="{401B0B50-74B1-D98E-E710-1B0C9352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98" r="25984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E" sz="3500"/>
              <a:t>Testing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Tested threshold values</a:t>
            </a:r>
          </a:p>
          <a:p>
            <a:pPr lvl="1"/>
            <a:r>
              <a:rPr lang="en-US" sz="1700"/>
              <a:t>Adjusted sound sensitivity</a:t>
            </a:r>
          </a:p>
          <a:p>
            <a:pPr lvl="1"/>
            <a:r>
              <a:rPr lang="en-US" sz="1700"/>
              <a:t>Handled WiFi reconnection issues</a:t>
            </a:r>
          </a:p>
          <a:p>
            <a:pPr lvl="1"/>
            <a:r>
              <a:rPr lang="en-US" sz="1700"/>
              <a:t>Reduced relay interference noise</a:t>
            </a:r>
          </a:p>
        </p:txBody>
      </p:sp>
      <p:pic>
        <p:nvPicPr>
          <p:cNvPr id="5" name="Picture 4" descr="Close up of audio equipment">
            <a:extLst>
              <a:ext uri="{FF2B5EF4-FFF2-40B4-BE49-F238E27FC236}">
                <a16:creationId xmlns:a16="http://schemas.microsoft.com/office/drawing/2014/main" id="{2D09FF4B-8A28-0309-0D3E-43810BCAB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3385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170432"/>
            <a:ext cx="7900416" cy="2734056"/>
          </a:xfrm>
        </p:spPr>
        <p:txBody>
          <a:bodyPr anchor="b">
            <a:normAutofit/>
          </a:bodyPr>
          <a:lstStyle/>
          <a:p>
            <a:pPr algn="l"/>
            <a:r>
              <a:rPr lang="en-IE" sz="7000">
                <a:solidFill>
                  <a:schemeClr val="tx2"/>
                </a:solidFill>
              </a:rPr>
              <a:t>Security Considerations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426" y="246028"/>
            <a:ext cx="191621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4069080"/>
            <a:ext cx="7886700" cy="2042605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WiFi credentials stored separately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API keys protected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Secure cloud communication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Closed unused ports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30330" y="6522756"/>
            <a:ext cx="8037891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44791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E" sz="3100">
                <a:solidFill>
                  <a:schemeClr val="tx2"/>
                </a:solidFill>
              </a:rPr>
              <a:t>Future Improvements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Replace sound sensor with PIR sensor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Add real energy monitoring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Web dashboard or mobile app</a:t>
            </a:r>
          </a:p>
          <a:p>
            <a:pPr lvl="1"/>
            <a:r>
              <a:rPr lang="en-US" sz="1600">
                <a:solidFill>
                  <a:schemeClr val="tx2"/>
                </a:solidFill>
              </a:rPr>
              <a:t>Expand to multi-room system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E" sz="3500"/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Show sensor readings</a:t>
            </a:r>
          </a:p>
          <a:p>
            <a:pPr lvl="1"/>
            <a:r>
              <a:rPr lang="en-US" sz="1700"/>
              <a:t>Trigger occupancy</a:t>
            </a:r>
          </a:p>
          <a:p>
            <a:pPr lvl="1"/>
            <a:r>
              <a:rPr lang="en-US" sz="1700"/>
              <a:t>Demonstrate heater control</a:t>
            </a:r>
          </a:p>
          <a:p>
            <a:pPr lvl="1"/>
            <a:r>
              <a:rPr lang="en-US" sz="1700"/>
              <a:t>Demonstrate lighting control</a:t>
            </a:r>
          </a:p>
          <a:p>
            <a:pPr lvl="1"/>
            <a:r>
              <a:rPr lang="en-US" sz="1700"/>
              <a:t>Show cloud data update</a:t>
            </a:r>
          </a:p>
        </p:txBody>
      </p:sp>
      <p:pic>
        <p:nvPicPr>
          <p:cNvPr id="5" name="Picture 4" descr="A finger pointing on a tablet with green neon lights">
            <a:extLst>
              <a:ext uri="{FF2B5EF4-FFF2-40B4-BE49-F238E27FC236}">
                <a16:creationId xmlns:a16="http://schemas.microsoft.com/office/drawing/2014/main" id="{59D82B36-E2E8-20BB-D5D0-094EF376A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54" r="3939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Smart Room Energy Saver</vt:lpstr>
      <vt:lpstr>The Problem – Energy Waste in Homes</vt:lpstr>
      <vt:lpstr>Our Solution</vt:lpstr>
      <vt:lpstr>System Hardware Overview</vt:lpstr>
      <vt:lpstr>How the System Works</vt:lpstr>
      <vt:lpstr>Cloud Integration</vt:lpstr>
      <vt:lpstr>Testing &amp; Challenges</vt:lpstr>
      <vt:lpstr>Security Considerations</vt:lpstr>
      <vt:lpstr>Future Improvements</vt:lpstr>
      <vt:lpstr>Live 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Dede Coughlan - STUDENT</cp:lastModifiedBy>
  <cp:revision>1</cp:revision>
  <dcterms:created xsi:type="dcterms:W3CDTF">2013-01-27T09:14:16Z</dcterms:created>
  <dcterms:modified xsi:type="dcterms:W3CDTF">2026-03-04T10:27:04Z</dcterms:modified>
  <cp:category/>
</cp:coreProperties>
</file>