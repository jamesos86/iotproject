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5E09B9-C895-B1A6-7AEA-C933BB959532}" v="1055" dt="2026-03-19T15:08:40.604"/>
    <p1510:client id="{DAFE55A4-EE6B-EE78-FDDC-8586A913D246}" v="476" dt="2026-03-19T15:20:19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O Sullivan - STUDENT" userId="S::s00290432@atu.ie::5f43d389-f6dd-439a-8940-eba5be72948a" providerId="AD" clId="Web-{855E09B9-C895-B1A6-7AEA-C933BB959532}"/>
    <pc:docChg chg="modSld">
      <pc:chgData name="James O Sullivan - STUDENT" userId="S::s00290432@atu.ie::5f43d389-f6dd-439a-8940-eba5be72948a" providerId="AD" clId="Web-{855E09B9-C895-B1A6-7AEA-C933BB959532}" dt="2026-03-19T15:08:40.604" v="663" actId="1076"/>
      <pc:docMkLst>
        <pc:docMk/>
      </pc:docMkLst>
      <pc:sldChg chg="addSp delSp modSp">
        <pc:chgData name="James O Sullivan - STUDENT" userId="S::s00290432@atu.ie::5f43d389-f6dd-439a-8940-eba5be72948a" providerId="AD" clId="Web-{855E09B9-C895-B1A6-7AEA-C933BB959532}" dt="2026-03-19T15:08:40.604" v="663" actId="1076"/>
        <pc:sldMkLst>
          <pc:docMk/>
          <pc:sldMk cId="109857222" sldId="256"/>
        </pc:sldMkLst>
        <pc:spChg chg="mod">
          <ac:chgData name="James O Sullivan - STUDENT" userId="S::s00290432@atu.ie::5f43d389-f6dd-439a-8940-eba5be72948a" providerId="AD" clId="Web-{855E09B9-C895-B1A6-7AEA-C933BB959532}" dt="2026-03-19T14:48:03.895" v="344" actId="107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James O Sullivan - STUDENT" userId="S::s00290432@atu.ie::5f43d389-f6dd-439a-8940-eba5be72948a" providerId="AD" clId="Web-{855E09B9-C895-B1A6-7AEA-C933BB959532}" dt="2026-03-19T14:48:14.942" v="345" actId="1076"/>
          <ac:spMkLst>
            <pc:docMk/>
            <pc:sldMk cId="109857222" sldId="256"/>
            <ac:spMk id="3" creationId="{00000000-0000-0000-0000-000000000000}"/>
          </ac:spMkLst>
        </pc:spChg>
        <pc:spChg chg="add mod ord">
          <ac:chgData name="James O Sullivan - STUDENT" userId="S::s00290432@atu.ie::5f43d389-f6dd-439a-8940-eba5be72948a" providerId="AD" clId="Web-{855E09B9-C895-B1A6-7AEA-C933BB959532}" dt="2026-03-19T14:48:21.662" v="346" actId="14100"/>
          <ac:spMkLst>
            <pc:docMk/>
            <pc:sldMk cId="109857222" sldId="256"/>
            <ac:spMk id="4" creationId="{03847CB6-48E8-0647-859F-2D7A517BF57C}"/>
          </ac:spMkLst>
        </pc:spChg>
        <pc:spChg chg="add mod ord">
          <ac:chgData name="James O Sullivan - STUDENT" userId="S::s00290432@atu.ie::5f43d389-f6dd-439a-8940-eba5be72948a" providerId="AD" clId="Web-{855E09B9-C895-B1A6-7AEA-C933BB959532}" dt="2026-03-19T14:49:10.369" v="357" actId="14100"/>
          <ac:spMkLst>
            <pc:docMk/>
            <pc:sldMk cId="109857222" sldId="256"/>
            <ac:spMk id="5" creationId="{4F562206-E35B-E8B7-A7F9-64E2D497A608}"/>
          </ac:spMkLst>
        </pc:spChg>
        <pc:spChg chg="add mod ord">
          <ac:chgData name="James O Sullivan - STUDENT" userId="S::s00290432@atu.ie::5f43d389-f6dd-439a-8940-eba5be72948a" providerId="AD" clId="Web-{855E09B9-C895-B1A6-7AEA-C933BB959532}" dt="2026-03-19T14:49:14.462" v="358" actId="14100"/>
          <ac:spMkLst>
            <pc:docMk/>
            <pc:sldMk cId="109857222" sldId="256"/>
            <ac:spMk id="6" creationId="{F7044790-9ED7-0342-BBAA-48566ED021C5}"/>
          </ac:spMkLst>
        </pc:spChg>
        <pc:spChg chg="add mod ord">
          <ac:chgData name="James O Sullivan - STUDENT" userId="S::s00290432@atu.ie::5f43d389-f6dd-439a-8940-eba5be72948a" providerId="AD" clId="Web-{855E09B9-C895-B1A6-7AEA-C933BB959532}" dt="2026-03-19T14:48:33.413" v="350" actId="14100"/>
          <ac:spMkLst>
            <pc:docMk/>
            <pc:sldMk cId="109857222" sldId="256"/>
            <ac:spMk id="7" creationId="{CECD0DE5-345C-E66F-521B-7F0E92E52914}"/>
          </ac:spMkLst>
        </pc:spChg>
        <pc:spChg chg="add mod ord">
          <ac:chgData name="James O Sullivan - STUDENT" userId="S::s00290432@atu.ie::5f43d389-f6dd-439a-8940-eba5be72948a" providerId="AD" clId="Web-{855E09B9-C895-B1A6-7AEA-C933BB959532}" dt="2026-03-19T14:48:38.757" v="352" actId="14100"/>
          <ac:spMkLst>
            <pc:docMk/>
            <pc:sldMk cId="109857222" sldId="256"/>
            <ac:spMk id="8" creationId="{A5EA6620-D317-FCAC-147F-AB3A4E608EB3}"/>
          </ac:spMkLst>
        </pc:spChg>
        <pc:spChg chg="add mod ord">
          <ac:chgData name="James O Sullivan - STUDENT" userId="S::s00290432@atu.ie::5f43d389-f6dd-439a-8940-eba5be72948a" providerId="AD" clId="Web-{855E09B9-C895-B1A6-7AEA-C933BB959532}" dt="2026-03-19T14:58:37.952" v="503" actId="14100"/>
          <ac:spMkLst>
            <pc:docMk/>
            <pc:sldMk cId="109857222" sldId="256"/>
            <ac:spMk id="9" creationId="{8CAC061E-97D7-59B3-0F76-D3DE47D9953C}"/>
          </ac:spMkLst>
        </pc:spChg>
        <pc:spChg chg="add mod">
          <ac:chgData name="James O Sullivan - STUDENT" userId="S::s00290432@atu.ie::5f43d389-f6dd-439a-8940-eba5be72948a" providerId="AD" clId="Web-{855E09B9-C895-B1A6-7AEA-C933BB959532}" dt="2026-03-19T14:46:46.028" v="330" actId="14100"/>
          <ac:spMkLst>
            <pc:docMk/>
            <pc:sldMk cId="109857222" sldId="256"/>
            <ac:spMk id="10" creationId="{60D42473-FFB1-6260-3866-93B94BA17BD6}"/>
          </ac:spMkLst>
        </pc:spChg>
        <pc:spChg chg="add mod">
          <ac:chgData name="James O Sullivan - STUDENT" userId="S::s00290432@atu.ie::5f43d389-f6dd-439a-8940-eba5be72948a" providerId="AD" clId="Web-{855E09B9-C895-B1A6-7AEA-C933BB959532}" dt="2026-03-19T14:49:28.901" v="360" actId="1076"/>
          <ac:spMkLst>
            <pc:docMk/>
            <pc:sldMk cId="109857222" sldId="256"/>
            <ac:spMk id="11" creationId="{497CFEB1-80F7-9AA0-E629-F61CAA14D873}"/>
          </ac:spMkLst>
        </pc:spChg>
        <pc:spChg chg="add mod">
          <ac:chgData name="James O Sullivan - STUDENT" userId="S::s00290432@atu.ie::5f43d389-f6dd-439a-8940-eba5be72948a" providerId="AD" clId="Web-{855E09B9-C895-B1A6-7AEA-C933BB959532}" dt="2026-03-19T14:49:25.416" v="359" actId="1076"/>
          <ac:spMkLst>
            <pc:docMk/>
            <pc:sldMk cId="109857222" sldId="256"/>
            <ac:spMk id="12" creationId="{1AE0EB92-2CDD-040D-F1D8-351680A885D5}"/>
          </ac:spMkLst>
        </pc:spChg>
        <pc:spChg chg="add mod">
          <ac:chgData name="James O Sullivan - STUDENT" userId="S::s00290432@atu.ie::5f43d389-f6dd-439a-8940-eba5be72948a" providerId="AD" clId="Web-{855E09B9-C895-B1A6-7AEA-C933BB959532}" dt="2026-03-19T14:49:34.651" v="362" actId="1076"/>
          <ac:spMkLst>
            <pc:docMk/>
            <pc:sldMk cId="109857222" sldId="256"/>
            <ac:spMk id="13" creationId="{294AA03A-4295-63E4-7F1D-A4C17E1C5A53}"/>
          </ac:spMkLst>
        </pc:spChg>
        <pc:spChg chg="add mod">
          <ac:chgData name="James O Sullivan - STUDENT" userId="S::s00290432@atu.ie::5f43d389-f6dd-439a-8940-eba5be72948a" providerId="AD" clId="Web-{855E09B9-C895-B1A6-7AEA-C933BB959532}" dt="2026-03-19T14:49:32.449" v="361" actId="1076"/>
          <ac:spMkLst>
            <pc:docMk/>
            <pc:sldMk cId="109857222" sldId="256"/>
            <ac:spMk id="14" creationId="{9FE4543D-3F47-C87D-A4A6-9A257EEFDBB1}"/>
          </ac:spMkLst>
        </pc:spChg>
        <pc:spChg chg="add mod">
          <ac:chgData name="James O Sullivan - STUDENT" userId="S::s00290432@atu.ie::5f43d389-f6dd-439a-8940-eba5be72948a" providerId="AD" clId="Web-{855E09B9-C895-B1A6-7AEA-C933BB959532}" dt="2026-03-19T14:52:35.145" v="409" actId="14100"/>
          <ac:spMkLst>
            <pc:docMk/>
            <pc:sldMk cId="109857222" sldId="256"/>
            <ac:spMk id="15" creationId="{276B42A1-6364-DC46-9521-49BEC1F63A7A}"/>
          </ac:spMkLst>
        </pc:spChg>
        <pc:spChg chg="add del mod">
          <ac:chgData name="James O Sullivan - STUDENT" userId="S::s00290432@atu.ie::5f43d389-f6dd-439a-8940-eba5be72948a" providerId="AD" clId="Web-{855E09B9-C895-B1A6-7AEA-C933BB959532}" dt="2026-03-19T14:50:07.950" v="368"/>
          <ac:spMkLst>
            <pc:docMk/>
            <pc:sldMk cId="109857222" sldId="256"/>
            <ac:spMk id="19" creationId="{52C3261F-9647-3B93-6078-05889AFCC545}"/>
          </ac:spMkLst>
        </pc:spChg>
        <pc:spChg chg="add mod">
          <ac:chgData name="James O Sullivan - STUDENT" userId="S::s00290432@atu.ie::5f43d389-f6dd-439a-8940-eba5be72948a" providerId="AD" clId="Web-{855E09B9-C895-B1A6-7AEA-C933BB959532}" dt="2026-03-19T15:04:32.712" v="646" actId="20577"/>
          <ac:spMkLst>
            <pc:docMk/>
            <pc:sldMk cId="109857222" sldId="256"/>
            <ac:spMk id="20" creationId="{84373649-87E7-251A-FBDE-29C31B1D2684}"/>
          </ac:spMkLst>
        </pc:spChg>
        <pc:picChg chg="add del mod">
          <ac:chgData name="James O Sullivan - STUDENT" userId="S::s00290432@atu.ie::5f43d389-f6dd-439a-8940-eba5be72948a" providerId="AD" clId="Web-{855E09B9-C895-B1A6-7AEA-C933BB959532}" dt="2026-03-19T14:42:56.133" v="312"/>
          <ac:picMkLst>
            <pc:docMk/>
            <pc:sldMk cId="109857222" sldId="256"/>
            <ac:picMk id="16" creationId="{E75FA4EA-A756-DCA4-0AAC-DD093090447C}"/>
          </ac:picMkLst>
        </pc:picChg>
        <pc:picChg chg="add del mod">
          <ac:chgData name="James O Sullivan - STUDENT" userId="S::s00290432@atu.ie::5f43d389-f6dd-439a-8940-eba5be72948a" providerId="AD" clId="Web-{855E09B9-C895-B1A6-7AEA-C933BB959532}" dt="2026-03-19T14:45:17.338" v="318"/>
          <ac:picMkLst>
            <pc:docMk/>
            <pc:sldMk cId="109857222" sldId="256"/>
            <ac:picMk id="17" creationId="{323CFD28-0DB5-3083-F75E-0118C25433C8}"/>
          </ac:picMkLst>
        </pc:picChg>
        <pc:picChg chg="add mod">
          <ac:chgData name="James O Sullivan - STUDENT" userId="S::s00290432@atu.ie::5f43d389-f6dd-439a-8940-eba5be72948a" providerId="AD" clId="Web-{855E09B9-C895-B1A6-7AEA-C933BB959532}" dt="2026-03-19T14:48:55.508" v="356" actId="1076"/>
          <ac:picMkLst>
            <pc:docMk/>
            <pc:sldMk cId="109857222" sldId="256"/>
            <ac:picMk id="18" creationId="{6BF1750B-729B-5D93-2647-B1291457C579}"/>
          </ac:picMkLst>
        </pc:picChg>
        <pc:picChg chg="add del mod">
          <ac:chgData name="James O Sullivan - STUDENT" userId="S::s00290432@atu.ie::5f43d389-f6dd-439a-8940-eba5be72948a" providerId="AD" clId="Web-{855E09B9-C895-B1A6-7AEA-C933BB959532}" dt="2026-03-19T15:06:44.488" v="652"/>
          <ac:picMkLst>
            <pc:docMk/>
            <pc:sldMk cId="109857222" sldId="256"/>
            <ac:picMk id="21" creationId="{22F76A77-A8E9-5A43-F2DF-012E4237A5FF}"/>
          </ac:picMkLst>
        </pc:picChg>
        <pc:picChg chg="add del mod">
          <ac:chgData name="James O Sullivan - STUDENT" userId="S::s00290432@atu.ie::5f43d389-f6dd-439a-8940-eba5be72948a" providerId="AD" clId="Web-{855E09B9-C895-B1A6-7AEA-C933BB959532}" dt="2026-03-19T15:06:36.129" v="650"/>
          <ac:picMkLst>
            <pc:docMk/>
            <pc:sldMk cId="109857222" sldId="256"/>
            <ac:picMk id="22" creationId="{DAC42056-677C-D996-638D-9E4EB550C7B5}"/>
          </ac:picMkLst>
        </pc:picChg>
        <pc:picChg chg="add del mod">
          <ac:chgData name="James O Sullivan - STUDENT" userId="S::s00290432@atu.ie::5f43d389-f6dd-439a-8940-eba5be72948a" providerId="AD" clId="Web-{855E09B9-C895-B1A6-7AEA-C933BB959532}" dt="2026-03-19T15:08:16.540" v="660"/>
          <ac:picMkLst>
            <pc:docMk/>
            <pc:sldMk cId="109857222" sldId="256"/>
            <ac:picMk id="23" creationId="{B07A4829-0EE9-112B-3F45-21218343DAE1}"/>
          </ac:picMkLst>
        </pc:picChg>
        <pc:picChg chg="add mod">
          <ac:chgData name="James O Sullivan - STUDENT" userId="S::s00290432@atu.ie::5f43d389-f6dd-439a-8940-eba5be72948a" providerId="AD" clId="Web-{855E09B9-C895-B1A6-7AEA-C933BB959532}" dt="2026-03-19T15:08:40.604" v="663" actId="1076"/>
          <ac:picMkLst>
            <pc:docMk/>
            <pc:sldMk cId="109857222" sldId="256"/>
            <ac:picMk id="24" creationId="{46E8DAC4-CFA2-0C01-23B5-5F66E4CEDC3B}"/>
          </ac:picMkLst>
        </pc:picChg>
      </pc:sldChg>
    </pc:docChg>
  </pc:docChgLst>
  <pc:docChgLst>
    <pc:chgData name="James O Sullivan - STUDENT" userId="S::s00290432@atu.ie::5f43d389-f6dd-439a-8940-eba5be72948a" providerId="AD" clId="Web-{DAFE55A4-EE6B-EE78-FDDC-8586A913D246}"/>
    <pc:docChg chg="modSld">
      <pc:chgData name="James O Sullivan - STUDENT" userId="S::s00290432@atu.ie::5f43d389-f6dd-439a-8940-eba5be72948a" providerId="AD" clId="Web-{DAFE55A4-EE6B-EE78-FDDC-8586A913D246}" dt="2026-03-19T15:20:18.956" v="260" actId="20577"/>
      <pc:docMkLst>
        <pc:docMk/>
      </pc:docMkLst>
      <pc:sldChg chg="addSp delSp modSp">
        <pc:chgData name="James O Sullivan - STUDENT" userId="S::s00290432@atu.ie::5f43d389-f6dd-439a-8940-eba5be72948a" providerId="AD" clId="Web-{DAFE55A4-EE6B-EE78-FDDC-8586A913D246}" dt="2026-03-19T15:20:18.956" v="260" actId="20577"/>
        <pc:sldMkLst>
          <pc:docMk/>
          <pc:sldMk cId="109857222" sldId="256"/>
        </pc:sldMkLst>
        <pc:spChg chg="add mod">
          <ac:chgData name="James O Sullivan - STUDENT" userId="S::s00290432@atu.ie::5f43d389-f6dd-439a-8940-eba5be72948a" providerId="AD" clId="Web-{DAFE55A4-EE6B-EE78-FDDC-8586A913D246}" dt="2026-03-19T15:15:27.894" v="114" actId="1076"/>
          <ac:spMkLst>
            <pc:docMk/>
            <pc:sldMk cId="109857222" sldId="256"/>
            <ac:spMk id="16" creationId="{225C0DB4-7BFD-8DC4-AF59-C19ADC584AE6}"/>
          </ac:spMkLst>
        </pc:spChg>
        <pc:spChg chg="add mod">
          <ac:chgData name="James O Sullivan - STUDENT" userId="S::s00290432@atu.ie::5f43d389-f6dd-439a-8940-eba5be72948a" providerId="AD" clId="Web-{DAFE55A4-EE6B-EE78-FDDC-8586A913D246}" dt="2026-03-19T15:15:14.456" v="111" actId="20577"/>
          <ac:spMkLst>
            <pc:docMk/>
            <pc:sldMk cId="109857222" sldId="256"/>
            <ac:spMk id="17" creationId="{F1780D9D-D38B-67CB-3117-403EF98F347B}"/>
          </ac:spMkLst>
        </pc:spChg>
        <pc:spChg chg="add del">
          <ac:chgData name="James O Sullivan - STUDENT" userId="S::s00290432@atu.ie::5f43d389-f6dd-439a-8940-eba5be72948a" providerId="AD" clId="Web-{DAFE55A4-EE6B-EE78-FDDC-8586A913D246}" dt="2026-03-19T15:16:47.581" v="116"/>
          <ac:spMkLst>
            <pc:docMk/>
            <pc:sldMk cId="109857222" sldId="256"/>
            <ac:spMk id="19" creationId="{337852FD-B3E7-5EAD-3838-E457811C7A3D}"/>
          </ac:spMkLst>
        </pc:spChg>
        <pc:spChg chg="add mod">
          <ac:chgData name="James O Sullivan - STUDENT" userId="S::s00290432@atu.ie::5f43d389-f6dd-439a-8940-eba5be72948a" providerId="AD" clId="Web-{DAFE55A4-EE6B-EE78-FDDC-8586A913D246}" dt="2026-03-19T15:19:39.800" v="235" actId="14100"/>
          <ac:spMkLst>
            <pc:docMk/>
            <pc:sldMk cId="109857222" sldId="256"/>
            <ac:spMk id="21" creationId="{5D3BC285-0178-8FFF-3A7C-825E672D3C83}"/>
          </ac:spMkLst>
        </pc:spChg>
        <pc:spChg chg="add mod">
          <ac:chgData name="James O Sullivan - STUDENT" userId="S::s00290432@atu.ie::5f43d389-f6dd-439a-8940-eba5be72948a" providerId="AD" clId="Web-{DAFE55A4-EE6B-EE78-FDDC-8586A913D246}" dt="2026-03-19T15:20:18.956" v="260" actId="20577"/>
          <ac:spMkLst>
            <pc:docMk/>
            <pc:sldMk cId="109857222" sldId="256"/>
            <ac:spMk id="22" creationId="{0E0AA964-1251-6E9F-C5FF-DE8697B4A60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AC061E-97D7-59B3-0F76-D3DE47D9953C}"/>
              </a:ext>
            </a:extLst>
          </p:cNvPr>
          <p:cNvSpPr/>
          <p:nvPr/>
        </p:nvSpPr>
        <p:spPr>
          <a:xfrm>
            <a:off x="2825645" y="2176913"/>
            <a:ext cx="6221567" cy="254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EA6620-D317-FCAC-147F-AB3A4E608EB3}"/>
              </a:ext>
            </a:extLst>
          </p:cNvPr>
          <p:cNvSpPr/>
          <p:nvPr/>
        </p:nvSpPr>
        <p:spPr>
          <a:xfrm>
            <a:off x="2956025" y="4726539"/>
            <a:ext cx="6088513" cy="21293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CD0DE5-345C-E66F-521B-7F0E92E52914}"/>
              </a:ext>
            </a:extLst>
          </p:cNvPr>
          <p:cNvSpPr/>
          <p:nvPr/>
        </p:nvSpPr>
        <p:spPr>
          <a:xfrm>
            <a:off x="8934917" y="2176379"/>
            <a:ext cx="3249595" cy="46810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044790-9ED7-0342-BBAA-48566ED021C5}"/>
              </a:ext>
            </a:extLst>
          </p:cNvPr>
          <p:cNvSpPr/>
          <p:nvPr/>
        </p:nvSpPr>
        <p:spPr>
          <a:xfrm>
            <a:off x="1604" y="2105793"/>
            <a:ext cx="2952816" cy="474739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562206-E35B-E8B7-A7F9-64E2D497A608}"/>
              </a:ext>
            </a:extLst>
          </p:cNvPr>
          <p:cNvSpPr/>
          <p:nvPr/>
        </p:nvSpPr>
        <p:spPr>
          <a:xfrm>
            <a:off x="4517991" y="3208"/>
            <a:ext cx="7670265" cy="21667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847CB6-48E8-0647-859F-2D7A517BF57C}"/>
              </a:ext>
            </a:extLst>
          </p:cNvPr>
          <p:cNvSpPr/>
          <p:nvPr/>
        </p:nvSpPr>
        <p:spPr>
          <a:xfrm>
            <a:off x="6170" y="2961"/>
            <a:ext cx="4518546" cy="216769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60" y="-2052"/>
            <a:ext cx="4511040" cy="1423020"/>
          </a:xfrm>
        </p:spPr>
        <p:txBody>
          <a:bodyPr>
            <a:normAutofit/>
          </a:bodyPr>
          <a:lstStyle/>
          <a:p>
            <a:r>
              <a:rPr lang="en-GB" sz="4800"/>
              <a:t>SMART ROOM ENERGY SAVER</a:t>
            </a:r>
            <a:endParaRPr lang="en-GB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60" y="1366160"/>
            <a:ext cx="4511040" cy="9063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000"/>
              <a:t>By James O' Sullivan, Eanna Gallagher and Dede Coughlan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D42473-FFB1-6260-3866-93B94BA17BD6}"/>
              </a:ext>
            </a:extLst>
          </p:cNvPr>
          <p:cNvSpPr txBox="1"/>
          <p:nvPr/>
        </p:nvSpPr>
        <p:spPr>
          <a:xfrm>
            <a:off x="4521200" y="0"/>
            <a:ext cx="29159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/>
              <a:t>Introduction / Objective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7CFEB1-80F7-9AA0-E629-F61CAA14D873}"/>
              </a:ext>
            </a:extLst>
          </p:cNvPr>
          <p:cNvSpPr txBox="1"/>
          <p:nvPr/>
        </p:nvSpPr>
        <p:spPr>
          <a:xfrm>
            <a:off x="0" y="2174240"/>
            <a:ext cx="14224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b="1"/>
              <a:t>Methods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E0EB92-2CDD-040D-F1D8-351680A885D5}"/>
              </a:ext>
            </a:extLst>
          </p:cNvPr>
          <p:cNvSpPr txBox="1"/>
          <p:nvPr/>
        </p:nvSpPr>
        <p:spPr>
          <a:xfrm>
            <a:off x="2956560" y="2174240"/>
            <a:ext cx="14833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b="1"/>
              <a:t>Results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4AA03A-4295-63E4-7F1D-A4C17E1C5A53}"/>
              </a:ext>
            </a:extLst>
          </p:cNvPr>
          <p:cNvSpPr txBox="1"/>
          <p:nvPr/>
        </p:nvSpPr>
        <p:spPr>
          <a:xfrm>
            <a:off x="2956560" y="4724400"/>
            <a:ext cx="13716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b="1"/>
              <a:t>Discussion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E4543D-3F47-C87D-A4A6-9A257EEFDBB1}"/>
              </a:ext>
            </a:extLst>
          </p:cNvPr>
          <p:cNvSpPr txBox="1"/>
          <p:nvPr/>
        </p:nvSpPr>
        <p:spPr>
          <a:xfrm>
            <a:off x="8930640" y="2174239"/>
            <a:ext cx="15138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b="1"/>
              <a:t>Conclusion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6B42A1-6364-DC46-9521-49BEC1F63A7A}"/>
              </a:ext>
            </a:extLst>
          </p:cNvPr>
          <p:cNvSpPr txBox="1"/>
          <p:nvPr/>
        </p:nvSpPr>
        <p:spPr>
          <a:xfrm>
            <a:off x="4521200" y="365760"/>
            <a:ext cx="4009104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sz="1400" dirty="0"/>
              <a:t>With our Internet of Things project, we set out to tackle sustainable development goals 7 &amp; 13, with a way to save energy in the average household. To do this we used our Arduinos to monitor a room to see if it was occupied and respond accordingly by turning off the lights to save energy.</a:t>
            </a:r>
            <a:endParaRPr lang="en-US"/>
          </a:p>
        </p:txBody>
      </p:sp>
      <p:pic>
        <p:nvPicPr>
          <p:cNvPr id="18" name="Picture 17" descr="Explained: Our work on the Sustainable Development Goals - European ...">
            <a:extLst>
              <a:ext uri="{FF2B5EF4-FFF2-40B4-BE49-F238E27FC236}">
                <a16:creationId xmlns:a16="http://schemas.microsoft.com/office/drawing/2014/main" id="{6BF1750B-729B-5D93-2647-B1291457C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2400" y="-412942"/>
            <a:ext cx="2987040" cy="298704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4373649-87E7-251A-FBDE-29C31B1D2684}"/>
              </a:ext>
            </a:extLst>
          </p:cNvPr>
          <p:cNvSpPr txBox="1"/>
          <p:nvPr/>
        </p:nvSpPr>
        <p:spPr>
          <a:xfrm>
            <a:off x="15076" y="2538525"/>
            <a:ext cx="2946562" cy="2893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sz="1400" dirty="0"/>
              <a:t>To achieve our objective, we used several of the sensors that the Arduino kits supplied us with, including the temperature, light, and sound sensors, as well as the LED and relay.</a:t>
            </a:r>
          </a:p>
          <a:p>
            <a:pPr algn="just"/>
            <a:r>
              <a:rPr lang="en-GB" sz="1400" dirty="0"/>
              <a:t>We used our code to read the sensors and detect whether the room was occupied or not based on sound levels and the rooms temperature to </a:t>
            </a:r>
            <a:r>
              <a:rPr lang="en-GB" sz="1400"/>
              <a:t>then activate the </a:t>
            </a:r>
            <a:r>
              <a:rPr lang="en-GB" sz="1400" dirty="0"/>
              <a:t>LED, mimicking a light switch in a room.</a:t>
            </a:r>
          </a:p>
        </p:txBody>
      </p:sp>
      <p:pic>
        <p:nvPicPr>
          <p:cNvPr id="24" name="Picture 23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46E8DAC4-CFA2-0C01-23B5-5F66E4CED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33" y="5035037"/>
            <a:ext cx="2650101" cy="182695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25C0DB4-7BFD-8DC4-AF59-C19ADC584AE6}"/>
              </a:ext>
            </a:extLst>
          </p:cNvPr>
          <p:cNvSpPr txBox="1"/>
          <p:nvPr/>
        </p:nvSpPr>
        <p:spPr>
          <a:xfrm>
            <a:off x="2951601" y="2539606"/>
            <a:ext cx="44112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sz="1400" dirty="0"/>
              <a:t>With our code, we managed to get the Arduino to read the </a:t>
            </a:r>
            <a:r>
              <a:rPr lang="en-GB" sz="1400"/>
              <a:t>occupancy of a room to then respond accordingly.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780D9D-D38B-67CB-3117-403EF98F347B}"/>
              </a:ext>
            </a:extLst>
          </p:cNvPr>
          <p:cNvSpPr txBox="1"/>
          <p:nvPr/>
        </p:nvSpPr>
        <p:spPr>
          <a:xfrm>
            <a:off x="3160426" y="3122951"/>
            <a:ext cx="1673901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400"/>
              <a:t>Output</a:t>
            </a:r>
            <a:endParaRPr lang="en-GB" sz="1400" dirty="0"/>
          </a:p>
          <a:p>
            <a:pPr marL="285750" indent="-285750">
              <a:buFont typeface="Arial"/>
              <a:buChar char="•"/>
            </a:pPr>
            <a:r>
              <a:rPr lang="en-GB" sz="1400"/>
              <a:t>Temperature</a:t>
            </a:r>
          </a:p>
          <a:p>
            <a:pPr marL="285750" indent="-285750" algn="just">
              <a:buFont typeface="Arial"/>
              <a:buChar char="•"/>
            </a:pPr>
            <a:r>
              <a:rPr lang="en-GB" sz="1400"/>
              <a:t>Sound levels</a:t>
            </a:r>
            <a:endParaRPr lang="en-GB" sz="1400" dirty="0"/>
          </a:p>
          <a:p>
            <a:pPr marL="285750" indent="-285750">
              <a:buFont typeface="Arial"/>
              <a:buChar char="•"/>
            </a:pPr>
            <a:r>
              <a:rPr lang="en-GB" sz="1400"/>
              <a:t>Light levels</a:t>
            </a:r>
          </a:p>
          <a:p>
            <a:pPr marL="285750" indent="-285750">
              <a:buFont typeface="Arial"/>
              <a:buChar char="•"/>
            </a:pPr>
            <a:r>
              <a:rPr lang="en-GB" sz="1400"/>
              <a:t>LED output</a:t>
            </a:r>
          </a:p>
          <a:p>
            <a:pPr marL="285750" indent="-285750">
              <a:buFont typeface="Arial"/>
              <a:buChar char="•"/>
            </a:pPr>
            <a:r>
              <a:rPr lang="en-GB" sz="1400"/>
              <a:t>Occupancy</a:t>
            </a:r>
            <a:endParaRPr lang="en-GB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3BC285-0178-8FFF-3A7C-825E672D3C83}"/>
              </a:ext>
            </a:extLst>
          </p:cNvPr>
          <p:cNvSpPr txBox="1"/>
          <p:nvPr/>
        </p:nvSpPr>
        <p:spPr>
          <a:xfrm>
            <a:off x="2959143" y="5042210"/>
            <a:ext cx="3134500" cy="16579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sz="1400" dirty="0"/>
              <a:t>We have managed to successfully get the Arduino to read the inputs and respond to them, achieving our initial goal, we have also set up a website that can display the outputs in real time, as well as </a:t>
            </a:r>
            <a:r>
              <a:rPr lang="en-GB" sz="1400" dirty="0" err="1"/>
              <a:t>Wifi</a:t>
            </a:r>
            <a:r>
              <a:rPr lang="en-GB" sz="1400" dirty="0"/>
              <a:t> integration and security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0AA964-1251-6E9F-C5FF-DE8697B4A601}"/>
              </a:ext>
            </a:extLst>
          </p:cNvPr>
          <p:cNvSpPr txBox="1"/>
          <p:nvPr/>
        </p:nvSpPr>
        <p:spPr>
          <a:xfrm>
            <a:off x="5708753" y="3222885"/>
            <a:ext cx="232347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Image of output </a:t>
            </a:r>
            <a:r>
              <a:rPr lang="en-GB"/>
              <a:t>code</a:t>
            </a:r>
          </a:p>
          <a:p>
            <a:r>
              <a:rPr lang="en-GB"/>
              <a:t>/</a:t>
            </a:r>
            <a:endParaRPr lang="en-GB" dirty="0"/>
          </a:p>
          <a:p>
            <a:r>
              <a:rPr lang="en-GB"/>
              <a:t>/</a:t>
            </a:r>
            <a:endParaRPr lang="en-GB" dirty="0"/>
          </a:p>
          <a:p>
            <a:r>
              <a:rPr lang="en-GB"/>
              <a:t>/ 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SMART ROOM ENERGY SAVER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240</cp:revision>
  <dcterms:created xsi:type="dcterms:W3CDTF">2026-03-19T14:15:59Z</dcterms:created>
  <dcterms:modified xsi:type="dcterms:W3CDTF">2026-03-19T15:20:24Z</dcterms:modified>
</cp:coreProperties>
</file>